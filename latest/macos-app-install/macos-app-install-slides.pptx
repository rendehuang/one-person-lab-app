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98252a170e42d3" /><Relationship Type="http://schemas.openxmlformats.org/package/2006/relationships/metadata/core-properties" Target="/docProps/core.xml" Id="R03e649b31e164d03" /><Relationship Type="http://schemas.openxmlformats.org/officeDocument/2006/relationships/extended-properties" Target="/docProps/app.xml" Id="Rf41a2ab804e04c50" /><Relationship Type="http://schemas.openxmlformats.org/officeDocument/2006/relationships/custom-properties" Target="/docProps/custom.xml" Id="Rbd713adfd17648f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ac224c2e68d4f95"/>
    <p:sldId id="257" r:id="R4e67ca101a5743fd"/>
    <p:sldId id="258" r:id="R76f8c8f3d35b43c4"/>
    <p:sldId id="259" r:id="R19f19f29a3ff44e1"/>
    <p:sldId id="260" r:id="R91ebbea8dbcf4f7f"/>
    <p:sldId id="261" r:id="Rffd0f7c048ea4050"/>
    <p:sldId id="262" r:id="R3935f3ed607c44fa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ac224c2e68d4f95" /><Relationship Type="http://schemas.openxmlformats.org/officeDocument/2006/relationships/slide" Target="/ppt/slides/slide2.xml" Id="R4e67ca101a5743fd" /><Relationship Type="http://schemas.openxmlformats.org/officeDocument/2006/relationships/slide" Target="/ppt/slides/slide3.xml" Id="R76f8c8f3d35b43c4" /><Relationship Type="http://schemas.openxmlformats.org/officeDocument/2006/relationships/slide" Target="/ppt/slides/slide4.xml" Id="R19f19f29a3ff44e1" /><Relationship Type="http://schemas.openxmlformats.org/officeDocument/2006/relationships/slide" Target="/ppt/slides/slide5.xml" Id="R91ebbea8dbcf4f7f" /><Relationship Type="http://schemas.openxmlformats.org/officeDocument/2006/relationships/slide" Target="/ppt/slides/slide6.xml" Id="Rffd0f7c048ea4050" /><Relationship Type="http://schemas.openxmlformats.org/officeDocument/2006/relationships/slide" Target="/ppt/slides/slide7.xml" Id="R3935f3ed607c44f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a658d286043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7747bc09040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5cdc470df4a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f2e117faa4a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f444c2ea04bb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82eea2ef6b34e5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409c904994952" /><Relationship Type="http://schemas.openxmlformats.org/officeDocument/2006/relationships/image" Target="/ppt/media/image.png" Id="Rc5f388ffb4204e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dea8368bc4e8d" /><Relationship Type="http://schemas.openxmlformats.org/officeDocument/2006/relationships/image" Target="/ppt/media/image2.png" Id="R3fdac771695444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1e92bc5074c31" /><Relationship Type="http://schemas.openxmlformats.org/officeDocument/2006/relationships/image" Target="/ppt/media/image3.png" Id="R71c43b96224a47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393619f454720" /><Relationship Type="http://schemas.openxmlformats.org/officeDocument/2006/relationships/image" Target="/ppt/media/image4.png" Id="Rfa8e56969c9d42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b4977c0ef4663" /><Relationship Type="http://schemas.openxmlformats.org/officeDocument/2006/relationships/image" Target="/ppt/media/image5.png" Id="R775a47168ee044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c00725fad4d44" /><Relationship Type="http://schemas.openxmlformats.org/officeDocument/2006/relationships/image" Target="/ppt/media/image6.png" Id="R795ca64f25474a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19c53cc5942b3" /><Relationship Type="http://schemas.openxmlformats.org/officeDocument/2006/relationships/image" Target="/ppt/media/image7.png" Id="R732c057f0e92464b" /></Relationships>
</file>

<file path=ppt/slides/slide1.xml><?xml version="1.0" encoding="utf-8"?>
<p:sld xmlns:p="http://schemas.openxmlformats.org/presentationml/2006/main">
  <p:cSld name="Slide 1">
    <p:spTree>
      <p:nvGrpSpPr>
        <p:cNvPr id="1" name=""/>
        <p:cNvGrpSpPr/>
        <p:nvPr/>
      </p:nvGrpSpPr>
      <p:grpSpPr/>
      <p:pic>
        <p:nvPicPr>
          <p:cNvPr id="100000" name="Rendered page 1" descr="Rendered static p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388ffb4204ef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 name="Slide 2">
    <p:spTree>
      <p:nvGrpSpPr>
        <p:cNvPr id="1" name=""/>
        <p:cNvGrpSpPr/>
        <p:nvPr/>
      </p:nvGrpSpPr>
      <p:grpSpPr/>
      <p:pic>
        <p:nvPicPr>
          <p:cNvPr id="100001" name="Rendered page 2" descr="Rendered static p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ac7716954448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 name="Slide 3">
    <p:spTree>
      <p:nvGrpSpPr>
        <p:cNvPr id="1" name=""/>
        <p:cNvGrpSpPr/>
        <p:nvPr/>
      </p:nvGrpSpPr>
      <p:grpSpPr/>
      <p:pic>
        <p:nvPicPr>
          <p:cNvPr id="100002" name="Rendered page 3" descr="Rendered static p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43b96224a477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 name="Slide 4">
    <p:spTree>
      <p:nvGrpSpPr>
        <p:cNvPr id="1" name=""/>
        <p:cNvGrpSpPr/>
        <p:nvPr/>
      </p:nvGrpSpPr>
      <p:grpSpPr/>
      <p:pic>
        <p:nvPicPr>
          <p:cNvPr id="100003" name="Rendered page 4" descr="Rendered static p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e56969c9d424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 name="Slide 5">
    <p:spTree>
      <p:nvGrpSpPr>
        <p:cNvPr id="1" name=""/>
        <p:cNvGrpSpPr/>
        <p:nvPr/>
      </p:nvGrpSpPr>
      <p:grpSpPr/>
      <p:pic>
        <p:nvPicPr>
          <p:cNvPr id="100004" name="Rendered page 5" descr="Rendered static p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a47168ee0445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 name="Slide 6">
    <p:spTree>
      <p:nvGrpSpPr>
        <p:cNvPr id="1" name=""/>
        <p:cNvGrpSpPr/>
        <p:nvPr/>
      </p:nvGrpSpPr>
      <p:grpSpPr/>
      <p:pic>
        <p:nvPicPr>
          <p:cNvPr id="100005" name="Rendered page 6" descr="Rendered static p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ca64f25474ab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 name="Slide 7">
    <p:spTree>
      <p:nvGrpSpPr>
        <p:cNvPr id="1" name=""/>
        <p:cNvGrpSpPr/>
        <p:nvPr/>
      </p:nvGrpSpPr>
      <p:grpSpPr/>
      <p:pic>
        <p:nvPicPr>
          <p:cNvPr id="100006" name="Rendered page 7" descr="Rendered static p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c057f0e92464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OfficeCLI/1.0.138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one-person-lab-app</dc:creator>
  <dcterms:created xsi:type="dcterms:W3CDTF">2026-07-24T08:59:29.0000000Z</dcterms:created>
  <lastModifiedBy>OfficeCLI</lastModifiedBy>
  <dcterms:modified xsi:type="dcterms:W3CDTF">2026-07-24T08:59:30.9719350Z</dcterms:modified>
  <dc:title>One Person Lab App 首次安装图文教程</dc:title>
  <dc:subject>按安装、首次检查、登录或确认模型访问、进入工作台的顺序操作。</dc:subject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1.0.138</vt:lpwstr>
  </op:property>
  <op:property fmtid="{D5CDD505-2E9C-101B-9397-08002B2CF9AE}" pid="3" name="OfficeCLI.LastModified">
    <vt:lpwstr xmlns:vt="http://schemas.openxmlformats.org/officeDocument/2006/docPropsVTypes">2026-07-24T08:59:32Z</vt:lpwstr>
  </op:property>
</op:Properties>
</file>