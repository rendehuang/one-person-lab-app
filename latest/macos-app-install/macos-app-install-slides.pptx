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本教程用于 macOS App 首次安装和首启说明。截图来自 guide-refresh-2026-07-13 的中文截图资产。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访问最新 Release，在 Assets 区域下载文件名以 mac-arm64.dmg 结尾的安装包。 当前稳定版选择 One-Person-Lab-&lt;版本&gt;-mac-arm64.dmg。 不要下载 ZIP、blockmap 或 Source code。 如果 Release 同时提供 Full，可按页面说明选择；没有 Full 时使用标准 DMG。 页面版本号会持续变化，以最新稳定版为准。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打开 DMG，将 One Person Lab 拖入 Applications。复制完成后从“应用程序”启动。 首次打开如有安全提示，按系统提示确认。 不要长期在 DMG 挂载窗口内运行 App。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已有可用 Codex/OpenAI 登录或其他模型配置时，继续使用现有配置；没有可用模型来源或需要团队统一访问时，再配置 OPL Gateway。 已有配置：选择“已有 Codex 配置”，点击“重新检测已有配置”。 使用 Gateway：向本团队获取访问密钥，粘贴后完成配置。 暂不配置：先进入 OPL，之后从“设置 -&gt; 模型与访问”继续。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OPL 会检查工作目录、本机助手和模型访问，并显示当前进度和下一步。 检查期间可以先进入主界面，但不会自动完成尚未配置的项目。 出现“需要处理”时，按页面给出的下一步操作。 普通用户不需要理解折叠在“技术细节”中的底层工具。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进入主界面后，直接描述目标，或选择科研、基金、演示、写书等专业入口。 第一条任务同时说明目标和材料位置。 涉及患者或敏感数据时，先完成脱敏并遵守机构要求。 更换模型访问方式时，打开“设置 -&gt; 模型与访问”。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已有 Codex 配置：不需要先配置 OPL Gateway。 暂时没有 Gateway 密钥：可以先进入 OPL，后续再配置。 下载文件很多：选择文件名以 mac-arm64.dmg 结尾的安装包。 打不开 App：确认已复制到 Applications，并按 macOS 安全提示允许打开。 密钥无法使用：确认复制完整、密钥仍启用；反馈截图必须遮挡密钥。 更换模型访问方式：打开“设置 -&gt; 模型与访问”。 检查 App 更新：打开“设置 -&gt; 关于与更新”。 涉及患者或敏感研究数据时，先完成脱敏并遵守机构要求。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 Person Lab App 首次安装图文教程</dc:title>
  <dc:subject>按下载、安装、选择模型访问方式、首次检查和开始工作的顺序操作。</dc:subject>
  <dc:creator>one-person-lab-app</dc:creator>
  <cp:lastModifiedBy>one-person-lab-app</cp:lastModifiedBy>
  <cp:revision>1</cp:revision>
  <dcterms:created xsi:type="dcterms:W3CDTF">2026-07-13T04:03:25Z</dcterms:created>
  <dcterms:modified xsi:type="dcterms:W3CDTF">2026-07-13T04:03:25Z</dcterms:modified>
</cp:coreProperties>
</file>