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本教程用于 macOS App 首次安装和首启说明。截图来自 mixed-vm-and-rendered-guide-assets-2026-07-03 的中文截图资产。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访问 One Person Lab App 最新 Release 页面，下载 macOS Apple Silicon DMG。首次安装或干净机器建议选择 Full 版 DMG。 最新版本页面：https://github.com/gaofeng21cn/one-person-lab-app/releases/latest 最简单命令：install.sh --stable-macos-install --yes。 首次安装建议使用 Full 版 DMG。 需要轻量 App 包时可显式选择标准 DMG。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打开 DMG，将 One Person Lab 拖入 Applications。首次打开如出现 macOS 安全提示，按系统提示确认。 安装完成后从 Applications 启动 App。 不要长期在 DMG 挂载窗口内运行 App。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首次启动会先检查模型访问；已有可用 Codex/OpenAI 登录或其它 provider 时，可先跳过 OPL Gateway 配置。完全没有可用模型访问时，可向本团队获取 OPL Gateway 访问密钥，并在首启页面完成配置。 拿到访问密钥后，在页面输入 OPL Gateway 访问密钥。 点击配置 OPL Gateway 后继续首启检查；跳过的用户之后仍可在 Settings 中切换到 OPL Gateway。 不要截图、转发或保存密钥到研究目录。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OPL 会先检查开始使用所需的关键项：工作目录、本机助手和访问权限。 首屏只显示“正在准备 / 可以开始 / 需要处理”的简短状态。 技术 phase、刷新和原始错误默认收在技术细节里。 遇到阻塞时先阅读界面提示。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准备完成后，根据目标选择科研、基金、演示或写书入口。本教程以科研入口为例。 通过 Research Foundry / Med Auto Science 进入 MAS。 基金、演示和写书入口分别对应 MAG、RCA 和 BookForge。 用户不需要另行获取这些专业 Agent 的分发资产。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在本机运行环境中确认工作目录、Codex CLI、Temporal 和本机基础状态。 数据目录和运行入口从 Settings 的本机运行环境进入。 专业 Agent 能力在智能体与能力中查看。 App 与 OPL Packages 维护状态在关于与更新中查看。 患者数据需先脱敏，并遵守机构要求。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第一条任务可直接用自然语言描述，让 MAS 先判断研究方向、证据缺口和下一步。 示例提示词写清数据类型、workspace、原始材料位置和目标产物。 我有一批肺结节随访数据，专病 workspace 在“肺结节真实世界研究”，原始材料在 raw_data/，请先判断最值得推进的研究问题，并说明还缺哪些证据，目标是形成一篇可投稿论文。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任务启动后，重点查看当前阶段、阻塞项、下一步和产物位置。 看到人工确认项时，由研究者或 PI 判断。 投稿前科学判断、伦理合规和署名仍由团队负责。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下载失败：换网络后重试，或请技术支持人员确认 GitHub Release 是否可访问。 访问权限未配置：没有可用 Codex 登录、provider 或 OPL Gateway 访问时，向本团队获取 OPL Gateway 访问密钥，并在首启页面或 Settings 中完成配置。 模块未就绪：在本机运行环境或关于与更新中重新检查维护状态。 Release、DMG、首启日志和模块状态以 App repo contracts / workflow / VM smoke artifacts 为机器真相。 截图 manifest 记录来源、语言、尺寸、SHA 和预期中文界面文案。 PPTX/PDF 幻灯片由静态 Marp 编译链路生成，并逐页渲染检查。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Person Lab App 首次安装图文教程</dc:title>
  <dc:subject>按下载安装、首次配置、环境检查、科研入口和进度查看的顺序演示。</dc:subject>
  <dc:creator>one-person-lab-app</dc:creator>
  <cp:lastModifiedBy>one-person-lab-app</cp:lastModifiedBy>
  <cp:revision>1</cp:revision>
  <dcterms:created xsi:type="dcterms:W3CDTF">2026-07-07T02:49:58Z</dcterms:created>
  <dcterms:modified xsi:type="dcterms:W3CDTF">2026-07-07T02:49:58Z</dcterms:modified>
</cp:coreProperties>
</file>